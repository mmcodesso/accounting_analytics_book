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>
    <a:defPPr>
      <a:defRPr lang="en-US" sz="2400"/>
    </a:defPPr>
    <a:lvl1pPr marL="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ns3:sldGuideLst>
        <ns3:guide id="1" orient="horz" pos="162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  <p:ext uri="{FD5EFAAD-0ECE-453E-9831-46B23BE46B34}">
      <ns2:chartTrackingRefBased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ns2="http://schemas.microsoft.com/office/powerpoint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4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4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4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ns2:creationId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ns2:creationId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1234440"/>
            <a:ext cx="10972800" cy="1828800"/>
          </a:xfrm>
        </p:spPr>
        <p:txBody>
          <a:bodyPr anchor="t"/>
          <a:lstStyle>
            <a:lvl1pPr algn="l">
              <a:defRPr sz="4200" b="1">
                <a:solidFill>
                  <a:schemeClr val="accent1"/>
                </a:solidFill>
              </a:defRPr>
            </a:lvl1pPr>
          </a:lstStyle>
          <a:p>
            <a:r>
              <a:rPr lang="en-US" sz="420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60" y="3337560"/>
            <a:ext cx="10972800" cy="182880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240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914400"/>
          </a:xfrm>
        </p:spPr>
        <p:txBody>
          <a:bodyPr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508760"/>
            <a:ext cx="10972800" cy="4617720"/>
          </a:xfrm>
        </p:spPr>
        <p:txBody>
          <a:bodyPr anchor="ctr"/>
          <a:lstStyle>
            <a:lvl1pPr algn="l">
              <a:spcAft>
                <a:spcPts val="1200"/>
              </a:spcAft>
              <a:defRPr sz="2400"/>
            </a:lvl1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828800"/>
            <a:ext cx="10972800" cy="1645920"/>
          </a:xfrm>
        </p:spPr>
        <p:txBody>
          <a:bodyPr anchor="t"/>
          <a:lstStyle>
            <a:lvl1pPr algn="l">
              <a:defRPr sz="4200" b="1">
                <a:solidFill>
                  <a:schemeClr val="accent1"/>
                </a:solidFill>
              </a:defRPr>
            </a:lvl1pPr>
          </a:lstStyle>
          <a:p>
            <a:r>
              <a:rPr lang="en-US" sz="420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10972800" cy="461772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z="240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914400"/>
          </a:xfrm>
        </p:spPr>
        <p:txBody>
          <a:bodyPr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057400"/>
            <a:ext cx="5257800" cy="3977640"/>
          </a:xfrm>
        </p:spPr>
        <p:txBody>
          <a:bodyPr anchor="t"/>
          <a:lstStyle>
            <a:lvl1pPr algn="l">
              <a:spcAft>
                <a:spcPts val="1200"/>
              </a:spcAft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2057400"/>
            <a:ext cx="5257800" cy="3977640"/>
          </a:xfrm>
        </p:spPr>
        <p:txBody>
          <a:bodyPr anchor="t"/>
          <a:lstStyle>
            <a:lvl1pPr algn="l">
              <a:spcAft>
                <a:spcPts val="1200"/>
              </a:spcAft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914400"/>
          </a:xfrm>
        </p:spPr>
        <p:txBody>
          <a:bodyPr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5257800" cy="1234440"/>
          </a:xfrm>
        </p:spPr>
        <p:txBody>
          <a:bodyPr anchor="t"/>
          <a:lstStyle>
            <a:lvl1pPr marL="0" indent="0" algn="l">
              <a:buNone/>
              <a:defRPr sz="2400" b="1"/>
            </a:lvl1pPr>
            <a:lvl2pPr marL="342900" indent="0">
              <a:buNone/>
              <a:defRPr sz="2400" b="1"/>
            </a:lvl2pPr>
            <a:lvl3pPr marL="685800" indent="0">
              <a:buNone/>
              <a:defRPr sz="2400" b="1"/>
            </a:lvl3pPr>
            <a:lvl4pPr marL="1028700" indent="0">
              <a:buNone/>
              <a:defRPr sz="2400" b="1"/>
            </a:lvl4pPr>
            <a:lvl5pPr marL="1371600" indent="0">
              <a:buNone/>
              <a:defRPr sz="2400" b="1"/>
            </a:lvl5pPr>
            <a:lvl6pPr marL="1714500" indent="0">
              <a:buNone/>
              <a:defRPr sz="2400" b="1"/>
            </a:lvl6pPr>
            <a:lvl7pPr marL="2057400" indent="0">
              <a:buNone/>
              <a:defRPr sz="2400" b="1"/>
            </a:lvl7pPr>
            <a:lvl8pPr marL="2400300" indent="0">
              <a:buNone/>
              <a:defRPr sz="2400" b="1"/>
            </a:lvl8pPr>
            <a:lvl9pPr marL="2743200" indent="0">
              <a:buNone/>
              <a:defRPr sz="2400" b="1"/>
            </a:lvl9pPr>
          </a:lstStyle>
          <a:p>
            <a:pPr lvl="0" algn="l"/>
            <a:r>
              <a:rPr lang="en-US" sz="240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" y="2788920"/>
            <a:ext cx="5257800" cy="3337560"/>
          </a:xfrm>
        </p:spPr>
        <p:txBody>
          <a:bodyPr anchor="t"/>
          <a:lstStyle>
            <a:lvl1pPr algn="l"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9360" y="1508760"/>
            <a:ext cx="5257800" cy="1234440"/>
          </a:xfrm>
        </p:spPr>
        <p:txBody>
          <a:bodyPr anchor="t"/>
          <a:lstStyle>
            <a:lvl1pPr marL="0" indent="0" algn="l">
              <a:buNone/>
              <a:defRPr sz="2400" b="1"/>
            </a:lvl1pPr>
            <a:lvl2pPr marL="342900" indent="0">
              <a:buNone/>
              <a:defRPr sz="2400" b="1"/>
            </a:lvl2pPr>
            <a:lvl3pPr marL="685800" indent="0">
              <a:buNone/>
              <a:defRPr sz="2400" b="1"/>
            </a:lvl3pPr>
            <a:lvl4pPr marL="1028700" indent="0">
              <a:buNone/>
              <a:defRPr sz="2400" b="1"/>
            </a:lvl4pPr>
            <a:lvl5pPr marL="1371600" indent="0">
              <a:buNone/>
              <a:defRPr sz="2400" b="1"/>
            </a:lvl5pPr>
            <a:lvl6pPr marL="1714500" indent="0">
              <a:buNone/>
              <a:defRPr sz="2400" b="1"/>
            </a:lvl6pPr>
            <a:lvl7pPr marL="2057400" indent="0">
              <a:buNone/>
              <a:defRPr sz="2400" b="1"/>
            </a:lvl7pPr>
            <a:lvl8pPr marL="2400300" indent="0">
              <a:buNone/>
              <a:defRPr sz="2400" b="1"/>
            </a:lvl8pPr>
            <a:lvl9pPr marL="2743200" indent="0">
              <a:buNone/>
              <a:defRPr sz="2400" b="1"/>
            </a:lvl9pPr>
          </a:lstStyle>
          <a:p>
            <a:pPr lvl="0" algn="l"/>
            <a:r>
              <a:rPr lang="en-US" sz="240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9360" y="2788920"/>
            <a:ext cx="5257800" cy="3337560"/>
          </a:xfrm>
        </p:spPr>
        <p:txBody>
          <a:bodyPr anchor="t"/>
          <a:lstStyle>
            <a:lvl1pPr algn="l"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914400"/>
          </a:xfrm>
        </p:spPr>
        <p:txBody>
          <a:bodyPr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914400"/>
          </a:xfrm>
        </p:spPr>
        <p:txBody>
          <a:bodyPr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88920"/>
            <a:ext cx="10972800" cy="3337560"/>
          </a:xfrm>
        </p:spPr>
        <p:txBody>
          <a:bodyPr anchor="t"/>
          <a:lstStyle>
            <a:lvl1pPr algn="l"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1508760"/>
            <a:ext cx="10972800" cy="1234440"/>
          </a:xfrm>
        </p:spPr>
        <p:txBody>
          <a:bodyPr anchor="t"/>
          <a:lstStyle>
            <a:lvl1pPr marL="0" indent="0" algn="l"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 sz="2400"/>
            </a:lvl4pPr>
            <a:lvl5pPr marL="1371600" indent="0">
              <a:buNone/>
              <a:defRPr sz="2400"/>
            </a:lvl5pPr>
            <a:lvl6pPr marL="1714500" indent="0">
              <a:buNone/>
              <a:defRPr sz="2400"/>
            </a:lvl6pPr>
            <a:lvl7pPr marL="2057400" indent="0">
              <a:buNone/>
              <a:defRPr sz="2400"/>
            </a:lvl7pPr>
            <a:lvl8pPr marL="2400300" indent="0">
              <a:buNone/>
              <a:defRPr sz="2400"/>
            </a:lvl8pPr>
            <a:lvl9pPr marL="2743200" indent="0">
              <a:buNone/>
              <a:defRPr sz="2400"/>
            </a:lvl9pPr>
          </a:lstStyle>
          <a:p>
            <a:pPr lvl="0" algn="l"/>
            <a:r>
              <a:rPr lang="en-US" sz="240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914400"/>
          </a:xfrm>
        </p:spPr>
        <p:txBody>
          <a:bodyPr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4360" y="1508760"/>
            <a:ext cx="10972800" cy="4617720"/>
          </a:xfrm>
        </p:spPr>
        <p:txBody>
          <a:bodyPr anchor="t"/>
          <a:lstStyle>
            <a:lvl1pPr marL="0" indent="0" algn="l"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 sz="2400"/>
            </a:lvl4pPr>
            <a:lvl5pPr marL="1371600" indent="0">
              <a:buNone/>
              <a:defRPr sz="2400"/>
            </a:lvl5pPr>
            <a:lvl6pPr marL="1714500" indent="0">
              <a:buNone/>
              <a:defRPr sz="2400"/>
            </a:lvl6pPr>
            <a:lvl7pPr marL="2057400" indent="0">
              <a:buNone/>
              <a:defRPr sz="2400"/>
            </a:lvl7pPr>
            <a:lvl8pPr marL="2400300" indent="0">
              <a:buNone/>
              <a:defRPr sz="2400"/>
            </a:lvl8pPr>
            <a:lvl9pPr marL="274320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1508760"/>
            <a:ext cx="10972800" cy="4617720"/>
          </a:xfrm>
        </p:spPr>
        <p:txBody>
          <a:bodyPr anchor="t"/>
          <a:lstStyle>
            <a:lvl1pPr marL="0" indent="0" algn="l"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 sz="2400"/>
            </a:lvl4pPr>
            <a:lvl5pPr marL="1371600" indent="0">
              <a:buNone/>
              <a:defRPr sz="2400"/>
            </a:lvl5pPr>
            <a:lvl6pPr marL="1714500" indent="0">
              <a:buNone/>
              <a:defRPr sz="2400"/>
            </a:lvl6pPr>
            <a:lvl7pPr marL="2057400" indent="0">
              <a:buNone/>
              <a:defRPr sz="2400"/>
            </a:lvl7pPr>
            <a:lvl8pPr marL="2400300" indent="0">
              <a:buNone/>
              <a:defRPr sz="2400"/>
            </a:lvl8pPr>
            <a:lvl9pPr marL="2743200" indent="0">
              <a:buNone/>
              <a:defRPr sz="2400"/>
            </a:lvl9pPr>
          </a:lstStyle>
          <a:p>
            <a:pPr lvl="0" algn="l"/>
            <a:r>
              <a:rPr lang="en-US" sz="240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914400"/>
          </a:xfrm>
        </p:spPr>
        <p:txBody>
          <a:bodyPr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1508760"/>
            <a:ext cx="10972800" cy="4617720"/>
          </a:xfrm>
        </p:spPr>
        <p:txBody>
          <a:bodyPr vert="eaVert" anchor="t"/>
          <a:lstStyle>
            <a:lvl1pPr algn="l">
              <a:defRPr sz="2400"/>
            </a:lvl1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4360" y="411480"/>
            <a:ext cx="10972800" cy="914400"/>
          </a:xfrm>
        </p:spPr>
        <p:txBody>
          <a:bodyPr vert="eaVert" anchor="t"/>
          <a:lstStyle>
            <a:lvl1pPr algn="l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1508760"/>
            <a:ext cx="10972800" cy="4617720"/>
          </a:xfrm>
        </p:spPr>
        <p:txBody>
          <a:bodyPr vert="eaVert" anchor="t"/>
          <a:lstStyle>
            <a:lvl1pPr algn="l">
              <a:defRPr sz="2400"/>
            </a:lvl1pPr>
          </a:lstStyle>
          <a:p>
            <a:pPr lvl="0" algn="l"/>
            <a:r>
              <a:rPr lang="en-US" sz="2400"/>
              <a:t>Click to edit Master text styles</a:t>
            </a:r>
          </a:p>
          <a:p>
            <a:pPr lvl="1" algn="l"/>
            <a:r>
              <a:rPr lang="en-US" sz="2400"/>
              <a:t>Second level</a:t>
            </a:r>
          </a:p>
          <a:p>
            <a:pPr lvl="2" algn="l"/>
            <a:r>
              <a:rPr lang="en-US" sz="2400"/>
              <a:t>Third level</a:t>
            </a:r>
          </a:p>
          <a:p>
            <a:pPr lvl="3" algn="l"/>
            <a:r>
              <a:rPr lang="en-US" sz="2400"/>
              <a:t>Fourth level</a:t>
            </a:r>
          </a:p>
          <a:p>
            <a:pPr lvl="4" algn="l"/>
            <a:r>
              <a:rPr lang="en-US" sz="240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241EB5C9-1307-BA42-ABA2-0BC069CD8E7F}" type="datetimeFigureOut">
              <a:rPr lang="en-US" smtClean="0" sz="140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4360" y="6400800"/>
            <a:ext cx="10972800" cy="228600"/>
          </a:xfrm>
        </p:spPr>
        <p:txBody>
          <a:bodyPr anchor="t"/>
          <a:lstStyle>
            <a:lvl1pPr algn="l">
              <a:defRPr sz="1400"/>
            </a:lvl1pPr>
          </a:lstStyle>
          <a:p>
            <a:fld id="{C5EF2332-01BF-834F-8236-50238282D533}" type="slidenum">
              <a:rPr lang="en-US" smtClean="0" sz="1400"/>
              <a:t>‹#›</a:t>
            </a:fld>
            <a:endParaRPr lang="en-US"/>
          </a:p>
        </p:txBody>
      </p:sp>
    </p:spTree>
    <p:extLst>
      <p:ext uri="{BB962C8B-B14F-4D97-AF65-F5344CB8AC3E}">
        <ns2:creationId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200" kern="1200" b="1">
          <a:latin typeface="Arial"/>
          <a:ea typeface="+mj-ea"/>
          <a:cs typeface="+mj-cs"/>
          <a:solidFill>
            <a:schemeClr val="accent1"/>
          </a:solidFill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Arial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 algn="l">
        <a:defRPr lang="en-US" sz="2400"/>
      </a:defPPr>
      <a:lvl1pPr marL="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1pPr>
      <a:lvl2pPr marL="3429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2pPr>
      <a:lvl3pPr marL="6858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0287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4pPr>
      <a:lvl5pPr marL="13716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5pPr>
      <a:lvl6pPr marL="17145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6pPr>
      <a:lvl7pPr marL="20574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7pPr>
      <a:lvl8pPr marL="24003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8pPr>
      <a:lvl9pPr marL="2743200" algn="l" defTabSz="342900" rtl="0" eaLnBrk="1" latinLnBrk="0" hangingPunct="1">
        <a:defRPr sz="24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ns2:creationId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ns2:creationId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ns2:creationId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ns2:creationId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C3E50"/>
      </a:dk1>
      <a:lt1>
        <a:srgbClr val="FFFFFF"/>
      </a:lt1>
      <a:dk2>
        <a:srgbClr val="1A5276"/>
      </a:dk2>
      <a:lt2>
        <a:srgbClr val="EAF2F8"/>
      </a:lt2>
      <a:accent1>
        <a:srgbClr val="1A5276"/>
      </a:accent1>
      <a:accent2>
        <a:srgbClr val="117A65"/>
      </a:accent2>
      <a:accent3>
        <a:srgbClr val="5D6D7E"/>
      </a:accent3>
      <a:accent4>
        <a:srgbClr val="B03A2E"/>
      </a:accent4>
      <a:accent5>
        <a:srgbClr val="8A5D00"/>
      </a:accent5>
      <a:accent6>
        <a:srgbClr val="1A5276"/>
      </a:accent6>
      <a:hlink>
        <a:srgbClr val="1A5276"/>
      </a:hlink>
      <a:folHlink>
        <a:srgbClr val="117A6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rgbClr val="2C3E50"/>
      </a:dk1>
      <a:lt1>
        <a:srgbClr val="FFFFFF"/>
      </a:lt1>
      <a:dk2>
        <a:srgbClr val="1A5276"/>
      </a:dk2>
      <a:lt2>
        <a:srgbClr val="EAF2F8"/>
      </a:lt2>
      <a:accent1>
        <a:srgbClr val="1A5276"/>
      </a:accent1>
      <a:accent2>
        <a:srgbClr val="117A65"/>
      </a:accent2>
      <a:accent3>
        <a:srgbClr val="5D6D7E"/>
      </a:accent3>
      <a:accent4>
        <a:srgbClr val="B03A2E"/>
      </a:accent4>
      <a:accent5>
        <a:srgbClr val="8A5D00"/>
      </a:accent5>
      <a:accent6>
        <a:srgbClr val="1A5276"/>
      </a:accent6>
      <a:hlink>
        <a:srgbClr val="1A5276"/>
      </a:hlink>
      <a:folHlink>
        <a:srgbClr val="117A65"/>
      </a:folHlink>
    </a:clrScheme>
    <a:fontScheme name="Offic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